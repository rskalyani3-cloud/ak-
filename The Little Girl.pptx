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1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4.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slideMaster14.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Lst>
  <p:sldIdLst>
    <p:sldId id="256" r:id="rId26"/>
    <p:sldId id="257" r:id="rId27"/>
    <p:sldId id="258" r:id="rId28"/>
    <p:sldId id="259" r:id="rId29"/>
    <p:sldId id="260" r:id="rId30"/>
    <p:sldId id="261" r:id="rId31"/>
    <p:sldId id="262" r:id="rId32"/>
    <p:sldId id="263" r:id="rId33"/>
    <p:sldId id="264" r:id="rId34"/>
    <p:sldId id="265" r:id="rId35"/>
    <p:sldId id="266" r:id="rId36"/>
    <p:sldId id="267" r:id="rId37"/>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 Target="slides/slide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3" name="PlaceHolder 1"/>
          <p:cNvSpPr>
            <a:spLocks noGrp="1"/>
          </p:cNvSpPr>
          <p:nvPr>
            <p:ph type="title"/>
          </p:nvPr>
        </p:nvSpPr>
        <p:spPr>
          <a:xfrm>
            <a:off x="228600" y="228600"/>
            <a:ext cx="5122440" cy="82944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indent="0" algn="ctr">
              <a:buNone/>
            </a:pPr>
            <a:endParaRPr b="0" lang="en-US" sz="3200" spc="-1" strike="noStrike">
              <a:solidFill>
                <a:srgbClr val="ffffff"/>
              </a:solidFill>
              <a:latin typeface="OpenSymbo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2_1">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2">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_1">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45" name="PlaceHolder 1"/>
          <p:cNvSpPr>
            <a:spLocks noGrp="1"/>
          </p:cNvSpPr>
          <p:nvPr>
            <p:ph type="title"/>
          </p:nvPr>
        </p:nvSpPr>
        <p:spPr>
          <a:xfrm>
            <a:off x="228600" y="228600"/>
            <a:ext cx="5122440" cy="82944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4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48" name="PlaceHolder 1"/>
          <p:cNvSpPr>
            <a:spLocks noGrp="1"/>
          </p:cNvSpPr>
          <p:nvPr>
            <p:ph type="title"/>
          </p:nvPr>
        </p:nvSpPr>
        <p:spPr>
          <a:xfrm>
            <a:off x="228600" y="228600"/>
            <a:ext cx="5122440" cy="82944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4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
        <p:nvSpPr>
          <p:cNvPr id="5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52" name="PlaceHolder 1"/>
          <p:cNvSpPr>
            <a:spLocks noGrp="1"/>
          </p:cNvSpPr>
          <p:nvPr>
            <p:ph type="title"/>
          </p:nvPr>
        </p:nvSpPr>
        <p:spPr>
          <a:xfrm>
            <a:off x="228600" y="228600"/>
            <a:ext cx="5122440" cy="82944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 Id="rId4"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2098800" y="967680"/>
            <a:ext cx="6792480" cy="1676160"/>
          </a:xfrm>
          <a:prstGeom prst="rect">
            <a:avLst/>
          </a:prstGeom>
          <a:noFill/>
          <a:ln w="0">
            <a:noFill/>
          </a:ln>
        </p:spPr>
        <p:txBody>
          <a:bodyPr lIns="91440" rIns="91440" tIns="91440" bIns="91440" anchor="b">
            <a:noAutofit/>
          </a:bodyPr>
          <a:p>
            <a:pPr indent="0">
              <a:buNone/>
            </a:pPr>
            <a:r>
              <a:rPr b="0" lang="fr-FR" sz="5500" spc="-1" strike="noStrike">
                <a:solidFill>
                  <a:schemeClr val="dk1"/>
                </a:solidFill>
                <a:latin typeface="Arial"/>
              </a:rPr>
              <a:t>Click to edit the title text format</a:t>
            </a:r>
            <a:endParaRPr b="0" lang="fr-FR" sz="5500" spc="-1" strike="noStrike">
              <a:solidFill>
                <a:schemeClr val="dk1"/>
              </a:solidFill>
              <a:latin typeface="Arial"/>
            </a:endParaRPr>
          </a:p>
        </p:txBody>
      </p:sp>
      <p:cxnSp>
        <p:nvCxnSpPr>
          <p:cNvPr id="1" name="Google Shape;11;p2"/>
          <p:cNvCxnSpPr/>
          <p:nvPr/>
        </p:nvCxnSpPr>
        <p:spPr>
          <a:xfrm flipH="1">
            <a:off x="5356080" y="2571480"/>
            <a:ext cx="3788280" cy="360"/>
          </a:xfrm>
          <a:prstGeom prst="straightConnector1">
            <a:avLst/>
          </a:prstGeom>
          <a:ln w="9525">
            <a:solidFill>
              <a:srgbClr val="f3f3f3"/>
            </a:solidFill>
            <a:round/>
          </a:ln>
        </p:spPr>
      </p:cxnSp>
      <p:sp>
        <p:nvSpPr>
          <p:cNvPr id="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284120" y="1953000"/>
            <a:ext cx="6575760" cy="799200"/>
          </a:xfrm>
          <a:prstGeom prst="rect">
            <a:avLst/>
          </a:prstGeom>
          <a:noFill/>
          <a:ln w="0">
            <a:noFill/>
          </a:ln>
        </p:spPr>
        <p:txBody>
          <a:bodyPr lIns="91440" rIns="91440" tIns="91440" bIns="91440" anchor="b">
            <a:noAutofit/>
          </a:bodyPr>
          <a:p>
            <a:pPr indent="0" algn="ctr">
              <a:lnSpc>
                <a:spcPct val="100000"/>
              </a:lnSpc>
              <a:buNone/>
            </a:pPr>
            <a:r>
              <a:rPr b="0" lang="fr-FR" sz="6000" spc="-1" strike="noStrike">
                <a:solidFill>
                  <a:schemeClr val="dk1"/>
                </a:solidFill>
                <a:latin typeface="DM Sans ExtraLight"/>
                <a:ea typeface="DM Sans ExtraLight"/>
              </a:rPr>
              <a:t>xx%</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228600" y="631800"/>
            <a:ext cx="35150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7" name="PlaceHolder 2"/>
          <p:cNvSpPr>
            <a:spLocks noGrp="1"/>
          </p:cNvSpPr>
          <p:nvPr>
            <p:ph type="title"/>
          </p:nvPr>
        </p:nvSpPr>
        <p:spPr>
          <a:xfrm>
            <a:off x="4396320" y="4430880"/>
            <a:ext cx="600120" cy="31032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8" name="PlaceHolder 3"/>
          <p:cNvSpPr>
            <a:spLocks noGrp="1"/>
          </p:cNvSpPr>
          <p:nvPr>
            <p:ph type="title"/>
          </p:nvPr>
        </p:nvSpPr>
        <p:spPr>
          <a:xfrm>
            <a:off x="4396320" y="3001320"/>
            <a:ext cx="600120" cy="31032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9" name="PlaceHolder 4"/>
          <p:cNvSpPr>
            <a:spLocks noGrp="1"/>
          </p:cNvSpPr>
          <p:nvPr>
            <p:ph type="title"/>
          </p:nvPr>
        </p:nvSpPr>
        <p:spPr>
          <a:xfrm>
            <a:off x="4396320" y="2214720"/>
            <a:ext cx="599400" cy="31032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10" name="PlaceHolder 5"/>
          <p:cNvSpPr>
            <a:spLocks noGrp="1"/>
          </p:cNvSpPr>
          <p:nvPr>
            <p:ph type="title"/>
          </p:nvPr>
        </p:nvSpPr>
        <p:spPr>
          <a:xfrm>
            <a:off x="4396320" y="3728880"/>
            <a:ext cx="600120" cy="31032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11" name="PlaceHolder 6"/>
          <p:cNvSpPr>
            <a:spLocks noGrp="1"/>
          </p:cNvSpPr>
          <p:nvPr>
            <p:ph type="title"/>
          </p:nvPr>
        </p:nvSpPr>
        <p:spPr>
          <a:xfrm>
            <a:off x="8314920" y="4430880"/>
            <a:ext cx="600120" cy="31032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12" name="PlaceHolder 7"/>
          <p:cNvSpPr>
            <a:spLocks noGrp="1"/>
          </p:cNvSpPr>
          <p:nvPr>
            <p:ph type="title"/>
          </p:nvPr>
        </p:nvSpPr>
        <p:spPr>
          <a:xfrm>
            <a:off x="8314920" y="3001320"/>
            <a:ext cx="600120" cy="31032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13" name="PlaceHolder 8"/>
          <p:cNvSpPr>
            <a:spLocks noGrp="1"/>
          </p:cNvSpPr>
          <p:nvPr>
            <p:ph type="title"/>
          </p:nvPr>
        </p:nvSpPr>
        <p:spPr>
          <a:xfrm>
            <a:off x="8314920" y="2214720"/>
            <a:ext cx="599400" cy="31032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14" name="PlaceHolder 9"/>
          <p:cNvSpPr>
            <a:spLocks noGrp="1"/>
          </p:cNvSpPr>
          <p:nvPr>
            <p:ph type="title"/>
          </p:nvPr>
        </p:nvSpPr>
        <p:spPr>
          <a:xfrm>
            <a:off x="8314920" y="3728880"/>
            <a:ext cx="600120" cy="31032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228600" y="228600"/>
            <a:ext cx="8686080" cy="69804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cxnSp>
        <p:nvCxnSpPr>
          <p:cNvPr id="16" name="Google Shape;66;p14"/>
          <p:cNvCxnSpPr/>
          <p:nvPr/>
        </p:nvCxnSpPr>
        <p:spPr>
          <a:xfrm flipH="1">
            <a:off x="3011400" y="2030040"/>
            <a:ext cx="6163200" cy="360"/>
          </a:xfrm>
          <a:prstGeom prst="straightConnector1">
            <a:avLst/>
          </a:prstGeom>
          <a:ln w="9525">
            <a:solidFill>
              <a:srgbClr val="f3f3f3"/>
            </a:solidFill>
            <a:round/>
          </a:ln>
        </p:spPr>
      </p:cxnSp>
      <p:sp>
        <p:nvSpPr>
          <p:cNvPr id="17"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228600" y="228600"/>
            <a:ext cx="5322960" cy="18270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19" name="PlaceHolder 2"/>
          <p:cNvSpPr>
            <a:spLocks noGrp="1"/>
          </p:cNvSpPr>
          <p:nvPr>
            <p:ph type="body"/>
          </p:nvPr>
        </p:nvSpPr>
        <p:spPr>
          <a:xfrm>
            <a:off x="228600" y="2521440"/>
            <a:ext cx="5322960" cy="239292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400" spc="-1" strike="noStrike">
                <a:solidFill>
                  <a:srgbClr val="000000"/>
                </a:solidFill>
                <a:latin typeface="Arial"/>
              </a:rPr>
              <a:t>Fifth Outline Level</a:t>
            </a:r>
            <a:endParaRPr b="0" lang="fr-FR" sz="1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400" spc="-1" strike="noStrike">
                <a:solidFill>
                  <a:srgbClr val="000000"/>
                </a:solidFill>
                <a:latin typeface="Arial"/>
              </a:rPr>
              <a:t>Sixth Outline Level</a:t>
            </a:r>
            <a:endParaRPr b="0" lang="fr-FR" sz="1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400" spc="-1" strike="noStrike">
                <a:solidFill>
                  <a:srgbClr val="000000"/>
                </a:solidFill>
                <a:latin typeface="Arial"/>
              </a:rPr>
              <a:t>Seventh Outline Level</a:t>
            </a:r>
            <a:endParaRPr b="0" lang="fr-FR" sz="1400" spc="-1" strike="noStrike">
              <a:solidFill>
                <a:srgbClr val="000000"/>
              </a:solidFill>
              <a:latin typeface="Arial"/>
            </a:endParaRPr>
          </a:p>
        </p:txBody>
      </p:sp>
      <p:sp>
        <p:nvSpPr>
          <p:cNvPr id="20" name="PlaceHolder 3"/>
          <p:cNvSpPr>
            <a:spLocks noGrp="1"/>
          </p:cNvSpPr>
          <p:nvPr>
            <p:ph type="body"/>
          </p:nvPr>
        </p:nvSpPr>
        <p:spPr>
          <a:xfrm>
            <a:off x="5715720" y="0"/>
            <a:ext cx="3427920" cy="5143320"/>
          </a:xfrm>
          <a:prstGeom prst="rect">
            <a:avLst/>
          </a:prstGeom>
          <a:noFill/>
          <a:ln w="0">
            <a:noFill/>
          </a:ln>
        </p:spPr>
        <p:txBody>
          <a:bodyPr lIns="90000" rIns="90000" tIns="45000" bIns="45000" anchor="t">
            <a:normAutofit fontScale="93333"/>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cxnSp>
        <p:nvCxnSpPr>
          <p:cNvPr id="21" name="Google Shape;71;p15"/>
          <p:cNvCxnSpPr/>
          <p:nvPr/>
        </p:nvCxnSpPr>
        <p:spPr>
          <a:xfrm flipH="1">
            <a:off x="-453600" y="2135520"/>
            <a:ext cx="5529240" cy="360"/>
          </a:xfrm>
          <a:prstGeom prst="straightConnector1">
            <a:avLst/>
          </a:prstGeom>
          <a:ln w="9525">
            <a:solidFill>
              <a:srgbClr val="f3f3f3"/>
            </a:solidFill>
            <a:round/>
          </a:ln>
        </p:spPr>
      </p:cxn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228600" y="22860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3308760" y="2163960"/>
            <a:ext cx="67860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24" name="PlaceHolder 2"/>
          <p:cNvSpPr>
            <a:spLocks noGrp="1"/>
          </p:cNvSpPr>
          <p:nvPr>
            <p:ph type="title"/>
          </p:nvPr>
        </p:nvSpPr>
        <p:spPr>
          <a:xfrm>
            <a:off x="243360" y="2163960"/>
            <a:ext cx="67752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25" name="PlaceHolder 3"/>
          <p:cNvSpPr>
            <a:spLocks noGrp="1"/>
          </p:cNvSpPr>
          <p:nvPr>
            <p:ph type="title"/>
          </p:nvPr>
        </p:nvSpPr>
        <p:spPr>
          <a:xfrm>
            <a:off x="6375240" y="2163960"/>
            <a:ext cx="67860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26" name="PlaceHolder 4"/>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228600" y="434232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28" name="PlaceHolder 2"/>
          <p:cNvSpPr>
            <a:spLocks noGrp="1"/>
          </p:cNvSpPr>
          <p:nvPr>
            <p:ph type="title"/>
          </p:nvPr>
        </p:nvSpPr>
        <p:spPr>
          <a:xfrm>
            <a:off x="6053760" y="2070720"/>
            <a:ext cx="86544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29" name="PlaceHolder 3"/>
          <p:cNvSpPr>
            <a:spLocks noGrp="1"/>
          </p:cNvSpPr>
          <p:nvPr>
            <p:ph type="title"/>
          </p:nvPr>
        </p:nvSpPr>
        <p:spPr>
          <a:xfrm>
            <a:off x="6053760" y="592560"/>
            <a:ext cx="86544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30" name="PlaceHolder 4"/>
          <p:cNvSpPr>
            <a:spLocks noGrp="1"/>
          </p:cNvSpPr>
          <p:nvPr>
            <p:ph type="title"/>
          </p:nvPr>
        </p:nvSpPr>
        <p:spPr>
          <a:xfrm>
            <a:off x="3381480" y="592560"/>
            <a:ext cx="86400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31" name="PlaceHolder 5"/>
          <p:cNvSpPr>
            <a:spLocks noGrp="1"/>
          </p:cNvSpPr>
          <p:nvPr>
            <p:ph type="title"/>
          </p:nvPr>
        </p:nvSpPr>
        <p:spPr>
          <a:xfrm>
            <a:off x="3381480" y="2070720"/>
            <a:ext cx="86544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32" name="PlaceHolder 6"/>
          <p:cNvSpPr>
            <a:spLocks noGrp="1"/>
          </p:cNvSpPr>
          <p:nvPr>
            <p:ph type="title"/>
          </p:nvPr>
        </p:nvSpPr>
        <p:spPr>
          <a:xfrm>
            <a:off x="709200" y="592560"/>
            <a:ext cx="86544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
        <p:nvSpPr>
          <p:cNvPr id="33" name="PlaceHolder 7"/>
          <p:cNvSpPr>
            <a:spLocks noGrp="1"/>
          </p:cNvSpPr>
          <p:nvPr>
            <p:ph type="title"/>
          </p:nvPr>
        </p:nvSpPr>
        <p:spPr>
          <a:xfrm>
            <a:off x="709200" y="2070720"/>
            <a:ext cx="865440" cy="310320"/>
          </a:xfrm>
          <a:prstGeom prst="rect">
            <a:avLst/>
          </a:prstGeom>
          <a:noFill/>
          <a:ln w="0">
            <a:noFill/>
          </a:ln>
        </p:spPr>
        <p:txBody>
          <a:bodyPr lIns="91440" rIns="91440" tIns="91440" bIns="91440" anchor="ctr">
            <a:noAutofit/>
          </a:bodyPr>
          <a:p>
            <a:pPr indent="0">
              <a:lnSpc>
                <a:spcPct val="100000"/>
              </a:lnSpc>
              <a:buNone/>
            </a:pPr>
            <a:r>
              <a:rPr b="0" lang="fr-FR" sz="2000" spc="-1" strike="noStrike">
                <a:solidFill>
                  <a:schemeClr val="dk1"/>
                </a:solidFill>
                <a:latin typeface="DM Sans ExtraLight"/>
                <a:ea typeface="DM Sans ExtraLight"/>
              </a:rPr>
              <a:t>xx%</a:t>
            </a:r>
            <a:endParaRPr b="0" lang="fr-FR" sz="2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4912200" y="768960"/>
            <a:ext cx="4003200" cy="754560"/>
          </a:xfrm>
          <a:prstGeom prst="rect">
            <a:avLst/>
          </a:prstGeom>
          <a:noFill/>
          <a:ln w="0">
            <a:noFill/>
          </a:ln>
        </p:spPr>
        <p:txBody>
          <a:bodyPr lIns="91440" rIns="91440" tIns="91440" bIns="91440" anchor="b">
            <a:noAutofit/>
          </a:bodyPr>
          <a:p>
            <a:pPr indent="0" algn="r">
              <a:lnSpc>
                <a:spcPct val="100000"/>
              </a:lnSpc>
              <a:buNone/>
            </a:pPr>
            <a:r>
              <a:rPr b="0" lang="fr-FR" sz="4500" spc="-1" strike="noStrike">
                <a:solidFill>
                  <a:schemeClr val="dk1"/>
                </a:solidFill>
                <a:latin typeface="DM Sans ExtraLight"/>
                <a:ea typeface="DM Sans ExtraLight"/>
              </a:rPr>
              <a:t>xx%</a:t>
            </a:r>
            <a:endParaRPr b="0" lang="fr-FR" sz="4500" spc="-1" strike="noStrike">
              <a:solidFill>
                <a:schemeClr val="dk1"/>
              </a:solidFill>
              <a:latin typeface="Arial"/>
            </a:endParaRPr>
          </a:p>
        </p:txBody>
      </p:sp>
      <p:sp>
        <p:nvSpPr>
          <p:cNvPr id="35" name="PlaceHolder 2"/>
          <p:cNvSpPr>
            <a:spLocks noGrp="1"/>
          </p:cNvSpPr>
          <p:nvPr>
            <p:ph type="title"/>
          </p:nvPr>
        </p:nvSpPr>
        <p:spPr>
          <a:xfrm>
            <a:off x="228960" y="3058200"/>
            <a:ext cx="4003200" cy="754560"/>
          </a:xfrm>
          <a:prstGeom prst="rect">
            <a:avLst/>
          </a:prstGeom>
          <a:noFill/>
          <a:ln w="0">
            <a:noFill/>
          </a:ln>
        </p:spPr>
        <p:txBody>
          <a:bodyPr lIns="91440" rIns="91440" tIns="91440" bIns="91440" anchor="b">
            <a:noAutofit/>
          </a:bodyPr>
          <a:p>
            <a:pPr indent="0">
              <a:lnSpc>
                <a:spcPct val="100000"/>
              </a:lnSpc>
              <a:buNone/>
            </a:pPr>
            <a:r>
              <a:rPr b="0" lang="fr-FR" sz="4500" spc="-1" strike="noStrike">
                <a:solidFill>
                  <a:schemeClr val="dk1"/>
                </a:solidFill>
                <a:latin typeface="DM Sans ExtraLight"/>
                <a:ea typeface="DM Sans ExtraLight"/>
              </a:rPr>
              <a:t>xx%</a:t>
            </a:r>
            <a:endParaRPr b="0" lang="fr-FR" sz="45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228600" y="228600"/>
            <a:ext cx="5122440" cy="829440"/>
          </a:xfrm>
          <a:prstGeom prst="rect">
            <a:avLst/>
          </a:prstGeom>
          <a:noFill/>
          <a:ln w="0">
            <a:noFill/>
          </a:ln>
        </p:spPr>
        <p:txBody>
          <a:bodyPr lIns="91440" rIns="91440" tIns="91440" bIns="91440" anchor="b">
            <a:noAutofit/>
          </a:bodyPr>
          <a:p>
            <a:pPr indent="0">
              <a:buNone/>
            </a:pPr>
            <a:r>
              <a:rPr b="0" lang="fr-FR" sz="4500" spc="-1" strike="noStrike">
                <a:solidFill>
                  <a:schemeClr val="dk1"/>
                </a:solidFill>
                <a:latin typeface="Arial"/>
              </a:rPr>
              <a:t>Click to edit the title text format</a:t>
            </a:r>
            <a:endParaRPr b="0" lang="fr-FR" sz="4500" spc="-1" strike="noStrike">
              <a:solidFill>
                <a:schemeClr val="dk1"/>
              </a:solidFill>
              <a:latin typeface="Arial"/>
            </a:endParaRPr>
          </a:p>
        </p:txBody>
      </p:sp>
      <p:sp>
        <p:nvSpPr>
          <p:cNvPr id="37" name="Google Shape;104;p20"/>
          <p:cNvSpPr/>
          <p:nvPr/>
        </p:nvSpPr>
        <p:spPr>
          <a:xfrm>
            <a:off x="6557400" y="3947400"/>
            <a:ext cx="2357280" cy="72864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r>
              <a:rPr b="1" lang="en" sz="1000" spc="-1" strike="noStrike">
                <a:solidFill>
                  <a:schemeClr val="dk1"/>
                </a:solidFill>
                <a:latin typeface="Karla"/>
                <a:ea typeface="Karla"/>
              </a:rPr>
              <a:t>CREDITS</a:t>
            </a:r>
            <a:r>
              <a:rPr b="0" lang="en" sz="1000" spc="-1" strike="noStrike">
                <a:solidFill>
                  <a:schemeClr val="dk1"/>
                </a:solidFill>
                <a:latin typeface="Karla Light"/>
                <a:ea typeface="Karla Light"/>
              </a:rPr>
              <a:t>: This presentation template was created by </a:t>
            </a:r>
            <a:r>
              <a:rPr b="1" lang="en" sz="1000" spc="-1" strike="noStrike" u="sng">
                <a:solidFill>
                  <a:schemeClr val="dk1"/>
                </a:solidFill>
                <a:uFillTx/>
                <a:latin typeface="Karla"/>
                <a:ea typeface="Karla"/>
                <a:hlinkClick r:id="rId2"/>
              </a:rPr>
              <a:t>Slidesgo</a:t>
            </a:r>
            <a:r>
              <a:rPr b="0" lang="en" sz="1000" spc="-1" strike="noStrike">
                <a:solidFill>
                  <a:schemeClr val="dk1"/>
                </a:solidFill>
                <a:latin typeface="Karla Light"/>
                <a:ea typeface="Karla Light"/>
              </a:rPr>
              <a:t>, and includes icons, infographics &amp; images by </a:t>
            </a:r>
            <a:r>
              <a:rPr b="1" lang="en" sz="1000" spc="-1" strike="noStrike" u="sng">
                <a:solidFill>
                  <a:schemeClr val="dk1"/>
                </a:solidFill>
                <a:uFillTx/>
                <a:latin typeface="Karla"/>
                <a:ea typeface="Karla"/>
                <a:hlinkClick r:id="rId3"/>
              </a:rPr>
              <a:t>Freepik</a:t>
            </a:r>
            <a:r>
              <a:rPr b="1" lang="en" sz="1000" spc="-1" strike="noStrike">
                <a:solidFill>
                  <a:schemeClr val="dk1"/>
                </a:solidFill>
                <a:latin typeface="Karla"/>
                <a:ea typeface="Karla"/>
              </a:rPr>
              <a:t> </a:t>
            </a:r>
            <a:endParaRPr b="0" lang="en-US" sz="1000" spc="-1" strike="noStrike">
              <a:solidFill>
                <a:srgbClr val="ffffff"/>
              </a:solidFill>
              <a:latin typeface="OpenSymbol"/>
            </a:endParaRPr>
          </a:p>
        </p:txBody>
      </p:sp>
      <p:sp>
        <p:nvSpPr>
          <p:cNvPr id="38"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4"/>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228600" y="465480"/>
            <a:ext cx="6225480" cy="1964160"/>
          </a:xfrm>
          <a:prstGeom prst="rect">
            <a:avLst/>
          </a:prstGeom>
          <a:noFill/>
          <a:ln w="0">
            <a:noFill/>
          </a:ln>
        </p:spPr>
        <p:txBody>
          <a:bodyPr lIns="91440" rIns="91440" tIns="91440" bIns="91440" anchor="b">
            <a:noAutofit/>
          </a:bodyPr>
          <a:p>
            <a:pPr indent="0">
              <a:buNone/>
            </a:pPr>
            <a:r>
              <a:rPr b="0" lang="fr-FR" sz="5000" spc="-1" strike="noStrike">
                <a:solidFill>
                  <a:schemeClr val="dk1"/>
                </a:solidFill>
                <a:latin typeface="Arial"/>
              </a:rPr>
              <a:t>Click to edit the title text format</a:t>
            </a:r>
            <a:endParaRPr b="0" lang="fr-FR" sz="5000" spc="-1" strike="noStrike">
              <a:solidFill>
                <a:schemeClr val="dk1"/>
              </a:solidFill>
              <a:latin typeface="Arial"/>
            </a:endParaRPr>
          </a:p>
        </p:txBody>
      </p:sp>
      <p:sp>
        <p:nvSpPr>
          <p:cNvPr id="40" name="PlaceHolder 2"/>
          <p:cNvSpPr>
            <a:spLocks noGrp="1"/>
          </p:cNvSpPr>
          <p:nvPr>
            <p:ph type="title"/>
          </p:nvPr>
        </p:nvSpPr>
        <p:spPr>
          <a:xfrm>
            <a:off x="7647120" y="3453120"/>
            <a:ext cx="1267920" cy="896040"/>
          </a:xfrm>
          <a:prstGeom prst="rect">
            <a:avLst/>
          </a:prstGeom>
          <a:noFill/>
          <a:ln w="0">
            <a:noFill/>
          </a:ln>
        </p:spPr>
        <p:txBody>
          <a:bodyPr lIns="91440" rIns="91440" tIns="91440" bIns="91440" anchor="ctr">
            <a:noAutofit/>
          </a:bodyPr>
          <a:p>
            <a:pPr indent="0" algn="r">
              <a:lnSpc>
                <a:spcPct val="100000"/>
              </a:lnSpc>
              <a:buNone/>
            </a:pPr>
            <a:r>
              <a:rPr b="0" lang="fr-FR" sz="5000" spc="-1" strike="noStrike">
                <a:solidFill>
                  <a:schemeClr val="dk1"/>
                </a:solidFill>
                <a:latin typeface="DM Sans ExtraLight"/>
                <a:ea typeface="DM Sans ExtraLight"/>
              </a:rPr>
              <a:t>xx%</a:t>
            </a:r>
            <a:endParaRPr b="0" lang="fr-FR" sz="5000" spc="-1" strike="noStrike">
              <a:solidFill>
                <a:schemeClr val="dk1"/>
              </a:solidFill>
              <a:latin typeface="Arial"/>
            </a:endParaRPr>
          </a:p>
        </p:txBody>
      </p:sp>
      <p:cxnSp>
        <p:nvCxnSpPr>
          <p:cNvPr id="41" name="Google Shape;16;p3"/>
          <p:cNvCxnSpPr/>
          <p:nvPr/>
        </p:nvCxnSpPr>
        <p:spPr>
          <a:xfrm flipH="1">
            <a:off x="0" y="2571480"/>
            <a:ext cx="3825360" cy="360"/>
          </a:xfrm>
          <a:prstGeom prst="straightConnector1">
            <a:avLst/>
          </a:prstGeom>
          <a:ln w="9525">
            <a:solidFill>
              <a:srgbClr val="f3f3f3"/>
            </a:solidFill>
            <a:round/>
          </a:ln>
        </p:spPr>
      </p:cxnSp>
      <p:sp>
        <p:nvSpPr>
          <p:cNvPr id="42"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228600" y="22860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44" name="PlaceHolder 2"/>
          <p:cNvSpPr>
            <a:spLocks noGrp="1"/>
          </p:cNvSpPr>
          <p:nvPr>
            <p:ph type="body"/>
          </p:nvPr>
        </p:nvSpPr>
        <p:spPr>
          <a:xfrm>
            <a:off x="1211400" y="1963800"/>
            <a:ext cx="7703640" cy="156348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228600" y="22860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228600" y="228600"/>
            <a:ext cx="3998160" cy="1445400"/>
          </a:xfrm>
          <a:prstGeom prst="rect">
            <a:avLst/>
          </a:prstGeom>
          <a:noFill/>
          <a:ln w="0">
            <a:noFill/>
          </a:ln>
        </p:spPr>
        <p:txBody>
          <a:bodyPr lIns="91440" rIns="91440" tIns="91440" bIns="91440" anchor="t">
            <a:noAutofit/>
          </a:bodyPr>
          <a:p>
            <a:pPr indent="0">
              <a:buNone/>
            </a:pPr>
            <a:r>
              <a:rPr b="0" lang="fr-FR" sz="2600" spc="-1" strike="noStrike">
                <a:solidFill>
                  <a:schemeClr val="dk1"/>
                </a:solidFill>
                <a:latin typeface="Arial"/>
              </a:rPr>
              <a:t>Click to edit the title text format</a:t>
            </a:r>
            <a:endParaRPr b="0" lang="fr-FR" sz="2600" spc="-1" strike="noStrike">
              <a:solidFill>
                <a:schemeClr val="dk1"/>
              </a:solidFill>
              <a:latin typeface="Arial"/>
            </a:endParaRPr>
          </a:p>
        </p:txBody>
      </p:sp>
      <p:sp>
        <p:nvSpPr>
          <p:cNvPr id="54" name="PlaceHolder 2"/>
          <p:cNvSpPr>
            <a:spLocks noGrp="1"/>
          </p:cNvSpPr>
          <p:nvPr>
            <p:ph type="body"/>
          </p:nvPr>
        </p:nvSpPr>
        <p:spPr>
          <a:xfrm>
            <a:off x="1609560" y="2066040"/>
            <a:ext cx="3823920" cy="253224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400" spc="-1" strike="noStrike">
                <a:solidFill>
                  <a:srgbClr val="000000"/>
                </a:solidFill>
                <a:latin typeface="Arial"/>
              </a:rPr>
              <a:t>Fifth Outline Level</a:t>
            </a:r>
            <a:endParaRPr b="0" lang="fr-FR" sz="14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400" spc="-1" strike="noStrike">
                <a:solidFill>
                  <a:srgbClr val="000000"/>
                </a:solidFill>
                <a:latin typeface="Arial"/>
              </a:rPr>
              <a:t>Sixth Outline Level</a:t>
            </a:r>
            <a:endParaRPr b="0" lang="fr-FR" sz="14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400" spc="-1" strike="noStrike">
                <a:solidFill>
                  <a:srgbClr val="000000"/>
                </a:solidFill>
                <a:latin typeface="Arial"/>
              </a:rPr>
              <a:t>Seventh Outline Level</a:t>
            </a:r>
            <a:endParaRPr b="0" lang="fr-FR" sz="1400" spc="-1" strike="noStrike">
              <a:solidFill>
                <a:srgbClr val="000000"/>
              </a:solidFill>
              <a:latin typeface="Arial"/>
            </a:endParaRPr>
          </a:p>
        </p:txBody>
      </p:sp>
      <p:sp>
        <p:nvSpPr>
          <p:cNvPr id="55" name="PlaceHolder 3"/>
          <p:cNvSpPr>
            <a:spLocks noGrp="1"/>
          </p:cNvSpPr>
          <p:nvPr>
            <p:ph type="body"/>
          </p:nvPr>
        </p:nvSpPr>
        <p:spPr>
          <a:xfrm>
            <a:off x="5715720" y="0"/>
            <a:ext cx="3427920" cy="5143320"/>
          </a:xfrm>
          <a:prstGeom prst="rect">
            <a:avLst/>
          </a:prstGeom>
          <a:noFill/>
          <a:ln w="0">
            <a:noFill/>
          </a:ln>
        </p:spPr>
        <p:txBody>
          <a:bodyPr lIns="90000" rIns="90000" tIns="45000" bIns="45000" anchor="t">
            <a:normAutofit fontScale="93333"/>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1388160" y="1307160"/>
            <a:ext cx="6367320" cy="2529000"/>
          </a:xfrm>
          <a:prstGeom prst="rect">
            <a:avLst/>
          </a:prstGeom>
          <a:noFill/>
          <a:ln w="0">
            <a:noFill/>
          </a:ln>
        </p:spPr>
        <p:txBody>
          <a:bodyPr lIns="91440" rIns="91440" tIns="91440" bIns="91440" anchor="ctr">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8"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59" name="PlaceHolder 2"/>
          <p:cNvSpPr>
            <a:spLocks noGrp="1"/>
          </p:cNvSpPr>
          <p:nvPr>
            <p:ph type="title"/>
          </p:nvPr>
        </p:nvSpPr>
        <p:spPr>
          <a:xfrm>
            <a:off x="228600" y="228600"/>
            <a:ext cx="2168280" cy="726120"/>
          </a:xfrm>
          <a:prstGeom prst="rect">
            <a:avLst/>
          </a:prstGeom>
          <a:solidFill>
            <a:schemeClr val="lt1"/>
          </a:solidFill>
          <a:ln w="0">
            <a:noFill/>
          </a:ln>
        </p:spPr>
        <p:txBody>
          <a:bodyPr lIns="91440" rIns="91440" tIns="91440" bIns="91440" anchor="t">
            <a:noAutofit/>
          </a:bodyPr>
          <a:p>
            <a:pPr indent="0">
              <a:buNone/>
            </a:pPr>
            <a:r>
              <a:rPr b="0" lang="fr-FR" sz="2000" spc="-1" strike="noStrike">
                <a:solidFill>
                  <a:schemeClr val="dk1"/>
                </a:solidFill>
                <a:latin typeface="Arial"/>
              </a:rPr>
              <a:t>Click to edit the title text format</a:t>
            </a:r>
            <a:endParaRPr b="0" lang="fr-FR" sz="2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1" r:id="rId2"/>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60" name="Google Shape;112;p25"/>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61"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62" name="Google Shape;115;p26"/>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63"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
        <p:nvSpPr>
          <p:cNvPr id="64"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2095560" y="971640"/>
            <a:ext cx="6791040" cy="1676160"/>
          </a:xfrm>
          <a:prstGeom prst="rect">
            <a:avLst/>
          </a:prstGeom>
          <a:noFill/>
          <a:ln w="0">
            <a:noFill/>
          </a:ln>
        </p:spPr>
        <p:txBody>
          <a:bodyPr lIns="91440" rIns="91440" tIns="91440" bIns="91440" anchor="b">
            <a:normAutofit/>
          </a:bodyPr>
          <a:p>
            <a:pPr indent="0" algn="r">
              <a:lnSpc>
                <a:spcPct val="100000"/>
              </a:lnSpc>
              <a:buNone/>
              <a:tabLst>
                <a:tab algn="l" pos="0"/>
              </a:tabLst>
            </a:pPr>
            <a:r>
              <a:rPr b="0" lang="en" sz="5500" spc="-1" strike="noStrike">
                <a:solidFill>
                  <a:schemeClr val="dk1"/>
                </a:solidFill>
                <a:latin typeface="DM Sans ExtraLight"/>
                <a:ea typeface="DM Sans ExtraLight"/>
              </a:rPr>
              <a:t>The Little Girl</a:t>
            </a:r>
            <a:endParaRPr b="0" lang="fr-FR" sz="5500" spc="-1" strike="noStrike">
              <a:solidFill>
                <a:schemeClr val="dk1"/>
              </a:solidFill>
              <a:latin typeface="Arial"/>
            </a:endParaRPr>
          </a:p>
        </p:txBody>
      </p:sp>
      <p:sp>
        <p:nvSpPr>
          <p:cNvPr id="66" name="PlaceHolder 2"/>
          <p:cNvSpPr>
            <a:spLocks noGrp="1"/>
          </p:cNvSpPr>
          <p:nvPr>
            <p:ph type="subTitle"/>
          </p:nvPr>
        </p:nvSpPr>
        <p:spPr>
          <a:xfrm>
            <a:off x="266760" y="4305240"/>
            <a:ext cx="5248080" cy="561600"/>
          </a:xfrm>
          <a:prstGeom prst="rect">
            <a:avLst/>
          </a:prstGeom>
          <a:noFill/>
          <a:ln w="0">
            <a:noFill/>
          </a:ln>
        </p:spPr>
        <p:txBody>
          <a:bodyPr lIns="91440" rIns="91440" tIns="91440" bIns="91440" anchor="t">
            <a:normAutofit/>
          </a:bodyPr>
          <a:p>
            <a:pPr indent="0" algn="ctr">
              <a:buNone/>
            </a:pPr>
            <a:endParaRPr b="0" lang="en-US" sz="1600" spc="-1" strike="noStrike">
              <a:solidFill>
                <a:schemeClr val="dk1"/>
              </a:solidFill>
              <a:latin typeface="Karla Light"/>
              <a:ea typeface="Karla Light"/>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Introduction</a:t>
            </a:r>
            <a:endParaRPr b="0" lang="fr-FR" sz="3000" spc="-1" strike="noStrike">
              <a:solidFill>
                <a:schemeClr val="dk1"/>
              </a:solidFill>
              <a:latin typeface="Arial"/>
            </a:endParaRPr>
          </a:p>
        </p:txBody>
      </p:sp>
      <p:sp>
        <p:nvSpPr>
          <p:cNvPr id="68"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In this presentation, we explore the rich narrative of 'The Little Girl,' focusing on the protagonist's journey and the themes woven into her experiences. Through an inspiring tale of innocence, relationships, and self-discovery, we will illuminate the essential life lessons drawn from the text.</a:t>
            </a:r>
            <a:endParaRPr b="0" lang="en-US" sz="14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228600" y="466560"/>
            <a:ext cx="6229080" cy="1961640"/>
          </a:xfrm>
          <a:prstGeom prst="rect">
            <a:avLst/>
          </a:prstGeom>
          <a:noFill/>
          <a:ln w="0">
            <a:noFill/>
          </a:ln>
        </p:spPr>
        <p:txBody>
          <a:bodyPr lIns="91440" rIns="91440" tIns="91440" bIns="91440" anchor="b">
            <a:normAutofit/>
          </a:bodyPr>
          <a:p>
            <a:pPr indent="0">
              <a:lnSpc>
                <a:spcPct val="100000"/>
              </a:lnSpc>
              <a:buNone/>
              <a:tabLst>
                <a:tab algn="l" pos="0"/>
              </a:tabLst>
            </a:pPr>
            <a:r>
              <a:rPr b="0" lang="en" sz="5000" spc="-1" strike="noStrike">
                <a:solidFill>
                  <a:schemeClr val="dk1"/>
                </a:solidFill>
                <a:latin typeface="DM Sans ExtraLight"/>
                <a:ea typeface="DM Sans ExtraLight"/>
              </a:rPr>
              <a:t>Character Analysis</a:t>
            </a:r>
            <a:endParaRPr b="0" lang="fr-FR" sz="5000" spc="-1" strike="noStrike">
              <a:solidFill>
                <a:schemeClr val="dk1"/>
              </a:solidFill>
              <a:latin typeface="Arial"/>
            </a:endParaRPr>
          </a:p>
        </p:txBody>
      </p:sp>
      <p:sp>
        <p:nvSpPr>
          <p:cNvPr id="70" name="PlaceHolder 2"/>
          <p:cNvSpPr>
            <a:spLocks noGrp="1"/>
          </p:cNvSpPr>
          <p:nvPr>
            <p:ph type="subTitle"/>
          </p:nvPr>
        </p:nvSpPr>
        <p:spPr>
          <a:xfrm>
            <a:off x="3828960" y="4352760"/>
            <a:ext cx="5086080" cy="561600"/>
          </a:xfrm>
          <a:prstGeom prst="rect">
            <a:avLst/>
          </a:prstGeom>
          <a:noFill/>
          <a:ln w="0">
            <a:noFill/>
          </a:ln>
        </p:spPr>
        <p:txBody>
          <a:bodyPr lIns="91440" rIns="91440" tIns="91440" bIns="91440" anchor="b">
            <a:normAutofit/>
          </a:bodyPr>
          <a:p>
            <a:pPr indent="0" algn="ctr">
              <a:buNone/>
            </a:pPr>
            <a:endParaRPr b="0" lang="en-US" sz="1400" spc="-1" strike="noStrike">
              <a:solidFill>
                <a:schemeClr val="dk1"/>
              </a:solidFill>
              <a:latin typeface="Karla Light"/>
              <a:ea typeface="Karla Light"/>
            </a:endParaRPr>
          </a:p>
        </p:txBody>
      </p:sp>
      <p:sp>
        <p:nvSpPr>
          <p:cNvPr id="71" name="PlaceHolder 3"/>
          <p:cNvSpPr>
            <a:spLocks noGrp="1"/>
          </p:cNvSpPr>
          <p:nvPr>
            <p:ph type="title"/>
          </p:nvPr>
        </p:nvSpPr>
        <p:spPr>
          <a:xfrm>
            <a:off x="7648560" y="3457440"/>
            <a:ext cx="1266480" cy="894960"/>
          </a:xfrm>
          <a:prstGeom prst="rect">
            <a:avLst/>
          </a:prstGeom>
          <a:noFill/>
          <a:ln w="0">
            <a:noFill/>
          </a:ln>
        </p:spPr>
        <p:txBody>
          <a:bodyPr lIns="91440" rIns="91440" tIns="91440" bIns="91440" anchor="ctr">
            <a:normAutofit fontScale="93594"/>
          </a:bodyPr>
          <a:p>
            <a:pPr indent="0" algn="r">
              <a:lnSpc>
                <a:spcPct val="100000"/>
              </a:lnSpc>
              <a:buNone/>
              <a:tabLst>
                <a:tab algn="l" pos="0"/>
              </a:tabLst>
            </a:pPr>
            <a:r>
              <a:rPr b="0" lang="en" sz="5000" spc="-1" strike="noStrike">
                <a:solidFill>
                  <a:schemeClr val="dk1"/>
                </a:solidFill>
                <a:latin typeface="DM Sans ExtraLight"/>
                <a:ea typeface="DM Sans ExtraLight"/>
              </a:rPr>
              <a:t>01</a:t>
            </a:r>
            <a:endParaRPr b="0" lang="fr-FR" sz="5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Google Shape;166;p30" descr=""/>
          <p:cNvPicPr/>
          <p:nvPr/>
        </p:nvPicPr>
        <p:blipFill>
          <a:blip r:embed="rId1">
            <a:alphaModFix amt="60000"/>
          </a:blip>
          <a:srcRect l="24910" t="46081" r="51100" b="0"/>
          <a:stretch/>
        </p:blipFill>
        <p:spPr>
          <a:xfrm>
            <a:off x="5715720" y="0"/>
            <a:ext cx="3427920" cy="5143320"/>
          </a:xfrm>
          <a:prstGeom prst="rect">
            <a:avLst/>
          </a:prstGeom>
          <a:ln w="0">
            <a:noFill/>
          </a:ln>
        </p:spPr>
      </p:pic>
      <p:sp>
        <p:nvSpPr>
          <p:cNvPr id="73" name="PlaceHolder 1"/>
          <p:cNvSpPr>
            <a:spLocks noGrp="1"/>
          </p:cNvSpPr>
          <p:nvPr>
            <p:ph type="title"/>
          </p:nvPr>
        </p:nvSpPr>
        <p:spPr>
          <a:xfrm>
            <a:off x="228600" y="228600"/>
            <a:ext cx="5324040" cy="182844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Protagonist's traits and development</a:t>
            </a:r>
            <a:endParaRPr b="0" lang="fr-FR" sz="3000" spc="-1" strike="noStrike">
              <a:solidFill>
                <a:schemeClr val="dk1"/>
              </a:solidFill>
              <a:latin typeface="Arial"/>
            </a:endParaRPr>
          </a:p>
        </p:txBody>
      </p:sp>
      <p:sp>
        <p:nvSpPr>
          <p:cNvPr id="74" name="PlaceHolder 2"/>
          <p:cNvSpPr>
            <a:spLocks noGrp="1"/>
          </p:cNvSpPr>
          <p:nvPr>
            <p:ph/>
          </p:nvPr>
        </p:nvSpPr>
        <p:spPr>
          <a:xfrm>
            <a:off x="228600" y="2523960"/>
            <a:ext cx="5324040" cy="239040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The protagonist embodies innocence and curiosity, showcasing the beauty of childhood. Her journey reflects courage as she faces challenges and learns about herself and her surroundings. These traits not only endear her to the audience but also inspire us to embrace our own growth.</a:t>
            </a:r>
            <a:endParaRPr b="0" lang="fr-F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Impact of relationships on character growth</a:t>
            </a:r>
            <a:endParaRPr b="0" lang="fr-FR" sz="3000" spc="-1" strike="noStrike">
              <a:solidFill>
                <a:schemeClr val="dk1"/>
              </a:solidFill>
              <a:latin typeface="Arial"/>
            </a:endParaRPr>
          </a:p>
        </p:txBody>
      </p:sp>
      <p:sp>
        <p:nvSpPr>
          <p:cNvPr id="76"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The relationships formed in 'The Little Girl' play a pivotal role in shaping her identity. Each interaction, whether with family or friends, provides essential lessons on love, understanding, and the complexities of human emotions, encouraging us to appreciate the bonds we create.</a:t>
            </a:r>
            <a:endParaRPr b="0" lang="en-US" sz="14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Lessons learned through interactions</a:t>
            </a:r>
            <a:endParaRPr b="0" lang="fr-FR" sz="3000" spc="-1" strike="noStrike">
              <a:solidFill>
                <a:schemeClr val="dk1"/>
              </a:solidFill>
              <a:latin typeface="Arial"/>
            </a:endParaRPr>
          </a:p>
        </p:txBody>
      </p:sp>
      <p:sp>
        <p:nvSpPr>
          <p:cNvPr id="78"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Throughout 'The Little Girl,' the protagonist learns vital lessons from her interactions. Each experience shapes her understanding of life and reinforces the values of empathy and kindness. These interactions urge us to reflect on our own relationships and the growth that comes from them.</a:t>
            </a:r>
            <a:endParaRPr b="0" lang="en-US" sz="14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228600" y="466560"/>
            <a:ext cx="6229080" cy="1961640"/>
          </a:xfrm>
          <a:prstGeom prst="rect">
            <a:avLst/>
          </a:prstGeom>
          <a:noFill/>
          <a:ln w="0">
            <a:noFill/>
          </a:ln>
        </p:spPr>
        <p:txBody>
          <a:bodyPr lIns="91440" rIns="91440" tIns="91440" bIns="91440" anchor="b">
            <a:normAutofit/>
          </a:bodyPr>
          <a:p>
            <a:pPr indent="0">
              <a:lnSpc>
                <a:spcPct val="100000"/>
              </a:lnSpc>
              <a:buNone/>
              <a:tabLst>
                <a:tab algn="l" pos="0"/>
              </a:tabLst>
            </a:pPr>
            <a:r>
              <a:rPr b="0" lang="en" sz="5000" spc="-1" strike="noStrike">
                <a:solidFill>
                  <a:schemeClr val="dk1"/>
                </a:solidFill>
                <a:latin typeface="DM Sans ExtraLight"/>
                <a:ea typeface="DM Sans ExtraLight"/>
              </a:rPr>
              <a:t>Themes Exploration</a:t>
            </a:r>
            <a:endParaRPr b="0" lang="fr-FR" sz="5000" spc="-1" strike="noStrike">
              <a:solidFill>
                <a:schemeClr val="dk1"/>
              </a:solidFill>
              <a:latin typeface="Arial"/>
            </a:endParaRPr>
          </a:p>
        </p:txBody>
      </p:sp>
      <p:sp>
        <p:nvSpPr>
          <p:cNvPr id="80" name="PlaceHolder 2"/>
          <p:cNvSpPr>
            <a:spLocks noGrp="1"/>
          </p:cNvSpPr>
          <p:nvPr>
            <p:ph type="subTitle"/>
          </p:nvPr>
        </p:nvSpPr>
        <p:spPr>
          <a:xfrm>
            <a:off x="3828960" y="4352760"/>
            <a:ext cx="5086080" cy="561600"/>
          </a:xfrm>
          <a:prstGeom prst="rect">
            <a:avLst/>
          </a:prstGeom>
          <a:noFill/>
          <a:ln w="0">
            <a:noFill/>
          </a:ln>
        </p:spPr>
        <p:txBody>
          <a:bodyPr lIns="91440" rIns="91440" tIns="91440" bIns="91440" anchor="b">
            <a:normAutofit/>
          </a:bodyPr>
          <a:p>
            <a:pPr indent="0" algn="ctr">
              <a:buNone/>
            </a:pPr>
            <a:endParaRPr b="0" lang="en-US" sz="1400" spc="-1" strike="noStrike">
              <a:solidFill>
                <a:schemeClr val="dk1"/>
              </a:solidFill>
              <a:latin typeface="Karla Light"/>
              <a:ea typeface="Karla Light"/>
            </a:endParaRPr>
          </a:p>
        </p:txBody>
      </p:sp>
      <p:sp>
        <p:nvSpPr>
          <p:cNvPr id="81" name="PlaceHolder 3"/>
          <p:cNvSpPr>
            <a:spLocks noGrp="1"/>
          </p:cNvSpPr>
          <p:nvPr>
            <p:ph type="title"/>
          </p:nvPr>
        </p:nvSpPr>
        <p:spPr>
          <a:xfrm>
            <a:off x="7648560" y="3457440"/>
            <a:ext cx="1266480" cy="894960"/>
          </a:xfrm>
          <a:prstGeom prst="rect">
            <a:avLst/>
          </a:prstGeom>
          <a:noFill/>
          <a:ln w="0">
            <a:noFill/>
          </a:ln>
        </p:spPr>
        <p:txBody>
          <a:bodyPr lIns="91440" rIns="91440" tIns="91440" bIns="91440" anchor="ctr">
            <a:normAutofit fontScale="93594"/>
          </a:bodyPr>
          <a:p>
            <a:pPr indent="0" algn="r">
              <a:lnSpc>
                <a:spcPct val="100000"/>
              </a:lnSpc>
              <a:buNone/>
              <a:tabLst>
                <a:tab algn="l" pos="0"/>
              </a:tabLst>
            </a:pPr>
            <a:r>
              <a:rPr b="0" lang="en" sz="5000" spc="-1" strike="noStrike">
                <a:solidFill>
                  <a:schemeClr val="dk1"/>
                </a:solidFill>
                <a:latin typeface="DM Sans ExtraLight"/>
                <a:ea typeface="DM Sans ExtraLight"/>
              </a:rPr>
              <a:t>02</a:t>
            </a:r>
            <a:endParaRPr b="0" lang="fr-FR" sz="5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Importance of family and love</a:t>
            </a:r>
            <a:endParaRPr b="0" lang="fr-FR" sz="3000" spc="-1" strike="noStrike">
              <a:solidFill>
                <a:schemeClr val="dk1"/>
              </a:solidFill>
              <a:latin typeface="Arial"/>
            </a:endParaRPr>
          </a:p>
        </p:txBody>
      </p:sp>
      <p:sp>
        <p:nvSpPr>
          <p:cNvPr id="83"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This narrative highlights the foundational role that family and love play in our lives. The protagonist's relationship with her family emphasizes how love fosters security and personal growth. It serves as a reminder that our support systems are crucial in navigating life's challenges.</a:t>
            </a:r>
            <a:endParaRPr b="0" lang="en-US" sz="14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4" name="Google Shape;166;p30" descr=""/>
          <p:cNvPicPr/>
          <p:nvPr/>
        </p:nvPicPr>
        <p:blipFill>
          <a:blip r:embed="rId1">
            <a:alphaModFix amt="60000"/>
          </a:blip>
          <a:srcRect l="24910" t="46081" r="51100" b="0"/>
          <a:stretch/>
        </p:blipFill>
        <p:spPr>
          <a:xfrm>
            <a:off x="5715720" y="0"/>
            <a:ext cx="3427920" cy="5143320"/>
          </a:xfrm>
          <a:prstGeom prst="rect">
            <a:avLst/>
          </a:prstGeom>
          <a:ln w="0">
            <a:noFill/>
          </a:ln>
        </p:spPr>
      </p:pic>
      <p:sp>
        <p:nvSpPr>
          <p:cNvPr id="85" name="PlaceHolder 1"/>
          <p:cNvSpPr>
            <a:spLocks noGrp="1"/>
          </p:cNvSpPr>
          <p:nvPr>
            <p:ph type="title"/>
          </p:nvPr>
        </p:nvSpPr>
        <p:spPr>
          <a:xfrm>
            <a:off x="228600" y="228600"/>
            <a:ext cx="5324040" cy="182844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Childhood innocence and understanding</a:t>
            </a:r>
            <a:endParaRPr b="0" lang="fr-FR" sz="3000" spc="-1" strike="noStrike">
              <a:solidFill>
                <a:schemeClr val="dk1"/>
              </a:solidFill>
              <a:latin typeface="Arial"/>
            </a:endParaRPr>
          </a:p>
        </p:txBody>
      </p:sp>
      <p:sp>
        <p:nvSpPr>
          <p:cNvPr id="86" name="PlaceHolder 2"/>
          <p:cNvSpPr>
            <a:spLocks noGrp="1"/>
          </p:cNvSpPr>
          <p:nvPr>
            <p:ph/>
          </p:nvPr>
        </p:nvSpPr>
        <p:spPr>
          <a:xfrm>
            <a:off x="228600" y="2523960"/>
            <a:ext cx="5324040" cy="239040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The theme of childhood innocence shines in the story, showcasing a world free from adult complexities. The protagonist's perspective invites us to embrace our inner child, encouraging open-mindedness and a genuine understanding of others, which is vital in cultivating meaningful connections.</a:t>
            </a:r>
            <a:endParaRPr b="0" lang="fr-F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Conflict between dreams and reality</a:t>
            </a:r>
            <a:endParaRPr b="0" lang="fr-FR" sz="3000" spc="-1" strike="noStrike">
              <a:solidFill>
                <a:schemeClr val="dk1"/>
              </a:solidFill>
              <a:latin typeface="Arial"/>
            </a:endParaRPr>
          </a:p>
        </p:txBody>
      </p:sp>
      <p:sp>
        <p:nvSpPr>
          <p:cNvPr id="88"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A poignant conflict arises between the protagonist's dreams and the harsh realities of life. This theme resonates deeply, prompting us to confront our own aspirations and the obstacles we face. It inspires resilience, urging us to pursue our dreams while navigating the complexities of life.</a:t>
            </a:r>
            <a:endParaRPr b="0" lang="en-US" sz="14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228600" y="228600"/>
            <a:ext cx="8686440" cy="69480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DM Sans ExtraLight"/>
                <a:ea typeface="DM Sans ExtraLight"/>
              </a:rPr>
              <a:t>Conclusions</a:t>
            </a:r>
            <a:endParaRPr b="0" lang="fr-FR" sz="3000" spc="-1" strike="noStrike">
              <a:solidFill>
                <a:schemeClr val="dk1"/>
              </a:solidFill>
              <a:latin typeface="Arial"/>
            </a:endParaRPr>
          </a:p>
        </p:txBody>
      </p:sp>
      <p:sp>
        <p:nvSpPr>
          <p:cNvPr id="90" name="PlaceHolder 2"/>
          <p:cNvSpPr>
            <a:spLocks noGrp="1"/>
          </p:cNvSpPr>
          <p:nvPr>
            <p:ph type="subTitle"/>
          </p:nvPr>
        </p:nvSpPr>
        <p:spPr>
          <a:xfrm>
            <a:off x="3009960" y="2571840"/>
            <a:ext cx="5905080" cy="234288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Karla Light"/>
                <a:ea typeface="Karla Light"/>
              </a:rPr>
              <a:t>In conclusion, 'The Little Girl' offers profound insights into character development through relationships and significant themes. Reflecting on these lessons encourages personal growth and deepens our appreciation for the essential values of love, understanding, and resilience.</a:t>
            </a:r>
            <a:endParaRPr b="0" lang="en-US" sz="1400" spc="-1" strike="noStrike">
              <a:solidFill>
                <a:srgbClr val="ffffff"/>
              </a:solidFill>
              <a:latin typeface="OpenSymbo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228600" y="228600"/>
            <a:ext cx="5124240" cy="828360"/>
          </a:xfrm>
          <a:prstGeom prst="rect">
            <a:avLst/>
          </a:prstGeom>
          <a:noFill/>
          <a:ln w="0">
            <a:noFill/>
          </a:ln>
        </p:spPr>
        <p:txBody>
          <a:bodyPr lIns="91440" rIns="91440" tIns="91440" bIns="91440" anchor="b">
            <a:normAutofit fontScale="96636"/>
          </a:bodyPr>
          <a:p>
            <a:pPr indent="0">
              <a:lnSpc>
                <a:spcPct val="100000"/>
              </a:lnSpc>
              <a:buNone/>
              <a:tabLst>
                <a:tab algn="l" pos="0"/>
              </a:tabLst>
            </a:pPr>
            <a:r>
              <a:rPr b="0" lang="en" sz="4500" spc="-1" strike="noStrike">
                <a:solidFill>
                  <a:schemeClr val="dk1"/>
                </a:solidFill>
                <a:latin typeface="DM Sans ExtraLight"/>
                <a:ea typeface="DM Sans ExtraLight"/>
              </a:rPr>
              <a:t>Thank you!</a:t>
            </a:r>
            <a:endParaRPr b="0" lang="fr-FR" sz="4500" spc="-1" strike="noStrike">
              <a:solidFill>
                <a:schemeClr val="dk1"/>
              </a:solidFill>
              <a:latin typeface="Arial"/>
            </a:endParaRPr>
          </a:p>
        </p:txBody>
      </p:sp>
      <p:sp>
        <p:nvSpPr>
          <p:cNvPr id="92" name="PlaceHolder 2"/>
          <p:cNvSpPr>
            <a:spLocks noGrp="1"/>
          </p:cNvSpPr>
          <p:nvPr>
            <p:ph type="subTitle"/>
          </p:nvPr>
        </p:nvSpPr>
        <p:spPr>
          <a:xfrm>
            <a:off x="228600" y="1057320"/>
            <a:ext cx="5124240" cy="95220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Karla Light"/>
                <a:ea typeface="Karla Light"/>
              </a:rPr>
              <a:t>Do you have any questions?</a:t>
            </a:r>
            <a:endParaRPr b="0" lang="en-US" sz="1200" spc="-1" strike="noStrike">
              <a:solidFill>
                <a:srgbClr val="ffffff"/>
              </a:solidFill>
              <a:latin typeface="OpenSymbol"/>
            </a:endParaRPr>
          </a:p>
        </p:txBody>
      </p:sp>
      <p:grpSp>
        <p:nvGrpSpPr>
          <p:cNvPr id="93" name="Google Shape;285;p40"/>
          <p:cNvGrpSpPr/>
          <p:nvPr/>
        </p:nvGrpSpPr>
        <p:grpSpPr>
          <a:xfrm>
            <a:off x="6903720" y="3529440"/>
            <a:ext cx="275760" cy="275760"/>
            <a:chOff x="6903720" y="3529440"/>
            <a:chExt cx="275760" cy="275760"/>
          </a:xfrm>
        </p:grpSpPr>
        <p:sp>
          <p:nvSpPr>
            <p:cNvPr id="94" name="Google Shape;286;p40"/>
            <p:cNvSpPr/>
            <p:nvPr/>
          </p:nvSpPr>
          <p:spPr>
            <a:xfrm>
              <a:off x="6903720" y="3529440"/>
              <a:ext cx="275760" cy="275760"/>
            </a:xfrm>
            <a:custGeom>
              <a:avLst/>
              <a:gdLst>
                <a:gd name="textAreaLeft" fmla="*/ 0 w 275760"/>
                <a:gd name="textAreaRight" fmla="*/ 276120 w 275760"/>
                <a:gd name="textAreaTop" fmla="*/ 0 h 275760"/>
                <a:gd name="textAreaBottom" fmla="*/ 276120 h 275760"/>
              </a:gdLst>
              <a:ah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95" name="Google Shape;287;p40"/>
            <p:cNvSpPr/>
            <p:nvPr/>
          </p:nvSpPr>
          <p:spPr>
            <a:xfrm>
              <a:off x="6967800" y="3594960"/>
              <a:ext cx="146880" cy="144000"/>
            </a:xfrm>
            <a:custGeom>
              <a:avLst/>
              <a:gdLst>
                <a:gd name="textAreaLeft" fmla="*/ 0 w 146880"/>
                <a:gd name="textAreaRight" fmla="*/ 147240 w 146880"/>
                <a:gd name="textAreaTop" fmla="*/ 0 h 144000"/>
                <a:gd name="textAreaBottom" fmla="*/ 144360 h 144000"/>
              </a:gdLst>
              <a:ah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dk1"/>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96" name="Google Shape;288;p40"/>
            <p:cNvSpPr/>
            <p:nvPr/>
          </p:nvSpPr>
          <p:spPr>
            <a:xfrm>
              <a:off x="7097400" y="3564720"/>
              <a:ext cx="37440" cy="37080"/>
            </a:xfrm>
            <a:custGeom>
              <a:avLst/>
              <a:gdLst>
                <a:gd name="textAreaLeft" fmla="*/ 0 w 37440"/>
                <a:gd name="textAreaRight" fmla="*/ 37800 w 37440"/>
                <a:gd name="textAreaTop" fmla="*/ 0 h 37080"/>
                <a:gd name="textAreaBottom" fmla="*/ 37440 h 37080"/>
              </a:gdLst>
              <a:ah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dk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97" name="Google Shape;289;p40"/>
          <p:cNvGrpSpPr/>
          <p:nvPr/>
        </p:nvGrpSpPr>
        <p:grpSpPr>
          <a:xfrm>
            <a:off x="7779960" y="3548160"/>
            <a:ext cx="266040" cy="237960"/>
            <a:chOff x="7779960" y="3548160"/>
            <a:chExt cx="266040" cy="237960"/>
          </a:xfrm>
        </p:grpSpPr>
        <p:sp>
          <p:nvSpPr>
            <p:cNvPr id="98" name="Google Shape;290;p40"/>
            <p:cNvSpPr/>
            <p:nvPr/>
          </p:nvSpPr>
          <p:spPr>
            <a:xfrm>
              <a:off x="7788960" y="3632040"/>
              <a:ext cx="60840" cy="154080"/>
            </a:xfrm>
            <a:custGeom>
              <a:avLst/>
              <a:gdLst>
                <a:gd name="textAreaLeft" fmla="*/ 0 w 60840"/>
                <a:gd name="textAreaRight" fmla="*/ 61200 w 60840"/>
                <a:gd name="textAreaTop" fmla="*/ 0 h 154080"/>
                <a:gd name="textAreaBottom" fmla="*/ 154440 h 154080"/>
              </a:gdLst>
              <a:ah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dk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99" name="Google Shape;291;p40"/>
            <p:cNvSpPr/>
            <p:nvPr/>
          </p:nvSpPr>
          <p:spPr>
            <a:xfrm>
              <a:off x="7779960" y="3548160"/>
              <a:ext cx="70200" cy="70200"/>
            </a:xfrm>
            <a:custGeom>
              <a:avLst/>
              <a:gdLst>
                <a:gd name="textAreaLeft" fmla="*/ 0 w 70200"/>
                <a:gd name="textAreaRight" fmla="*/ 70560 w 70200"/>
                <a:gd name="textAreaTop" fmla="*/ 0 h 70200"/>
                <a:gd name="textAreaBottom" fmla="*/ 70560 h 70200"/>
              </a:gdLst>
              <a:ah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dk1"/>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00" name="Google Shape;292;p40"/>
            <p:cNvSpPr/>
            <p:nvPr/>
          </p:nvSpPr>
          <p:spPr>
            <a:xfrm>
              <a:off x="7882200" y="3632040"/>
              <a:ext cx="163800" cy="154080"/>
            </a:xfrm>
            <a:custGeom>
              <a:avLst/>
              <a:gdLst>
                <a:gd name="textAreaLeft" fmla="*/ 0 w 163800"/>
                <a:gd name="textAreaRight" fmla="*/ 164160 w 163800"/>
                <a:gd name="textAreaTop" fmla="*/ 0 h 154080"/>
                <a:gd name="textAreaBottom" fmla="*/ 154440 h 154080"/>
              </a:gdLst>
              <a:ah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dk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01" name="Google Shape;293;p40"/>
          <p:cNvSpPr/>
          <p:nvPr/>
        </p:nvSpPr>
        <p:spPr>
          <a:xfrm>
            <a:off x="6477120" y="4676760"/>
            <a:ext cx="2361960" cy="237600"/>
          </a:xfrm>
          <a:prstGeom prst="rect">
            <a:avLst/>
          </a:prstGeom>
          <a:noFill/>
          <a:ln w="0">
            <a:noFill/>
          </a:ln>
        </p:spPr>
        <p:style>
          <a:lnRef idx="0"/>
          <a:fillRef idx="0"/>
          <a:effectRef idx="0"/>
          <a:fontRef idx="minor"/>
        </p:style>
        <p:txBody>
          <a:bodyPr lIns="0" rIns="0" tIns="0" bIns="0" anchor="t">
            <a:normAutofit/>
          </a:bodyPr>
          <a:p>
            <a:pPr algn="r" defTabSz="914400">
              <a:lnSpc>
                <a:spcPct val="100000"/>
              </a:lnSpc>
              <a:tabLst>
                <a:tab algn="l" pos="0"/>
              </a:tabLst>
            </a:pPr>
            <a:r>
              <a:rPr b="0" lang="en" sz="1000" spc="-1" strike="noStrike">
                <a:solidFill>
                  <a:schemeClr val="dk1"/>
                </a:solidFill>
                <a:latin typeface="Arial"/>
              </a:rPr>
              <a:t>+00 000 000 000</a:t>
            </a:r>
            <a:endParaRPr b="0" lang="en-US" sz="1000" spc="-1" strike="noStrike">
              <a:solidFill>
                <a:srgbClr val="ffffff"/>
              </a:solidFill>
              <a:latin typeface="OpenSymbol"/>
            </a:endParaRPr>
          </a:p>
        </p:txBody>
      </p:sp>
      <p:sp>
        <p:nvSpPr>
          <p:cNvPr id="102" name="Google Shape;294;p40"/>
          <p:cNvSpPr/>
          <p:nvPr/>
        </p:nvSpPr>
        <p:spPr>
          <a:xfrm>
            <a:off x="8646840" y="3530160"/>
            <a:ext cx="268200" cy="273960"/>
          </a:xfrm>
          <a:custGeom>
            <a:avLst/>
            <a:gdLst>
              <a:gd name="textAreaLeft" fmla="*/ 0 w 268200"/>
              <a:gd name="textAreaRight" fmla="*/ 268560 w 268200"/>
              <a:gd name="textAreaTop" fmla="*/ 0 h 273960"/>
              <a:gd name="textAreaBottom" fmla="*/ 274320 h 273960"/>
            </a:gdLst>
            <a:ahLst/>
            <a:rect l="textAreaLeft" t="textAreaTop" r="textAreaRight" b="textAreaBottom"/>
            <a:pathLst>
              <a:path w="6712561"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548" y="4196581"/>
                </a:lnTo>
                <a:lnTo>
                  <a:pt x="4713728" y="6860070"/>
                </a:lnTo>
                <a:lnTo>
                  <a:pt x="6712561" y="6860070"/>
                </a:lnTo>
                <a:lnTo>
                  <a:pt x="3994757" y="2904749"/>
                </a:lnTo>
                <a:lnTo>
                  <a:pt x="3994925" y="2904749"/>
                </a:lnTo>
                <a:close/>
                <a:moveTo>
                  <a:pt x="3183768" y="3847528"/>
                </a:moveTo>
                <a:lnTo>
                  <a:pt x="2918230" y="3467765"/>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pc="-1" strike="noStrike">
              <a:solidFill>
                <a:srgbClr val="000000"/>
              </a:solidFill>
              <a:latin typeface="OpenSymbol"/>
            </a:endParaRPr>
          </a:p>
        </p:txBody>
      </p:sp>
      <p:cxnSp>
        <p:nvCxnSpPr>
          <p:cNvPr id="103" name="Google Shape;295;p40"/>
          <p:cNvCxnSpPr/>
          <p:nvPr/>
        </p:nvCxnSpPr>
        <p:spPr>
          <a:xfrm flipH="1">
            <a:off x="0" y="2769840"/>
            <a:ext cx="6163200" cy="360"/>
          </a:xfrm>
          <a:prstGeom prst="straightConnector1">
            <a:avLst/>
          </a:prstGeom>
          <a:ln w="9525">
            <a:solidFill>
              <a:srgbClr val="f3f3f3"/>
            </a:solidFill>
            <a:round/>
          </a:ln>
        </p:spPr>
      </p:cxn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Secret Service by Slidesgo">
  <a:themeElements>
    <a:clrScheme name="Simple Light">
      <a:dk1>
        <a:srgbClr val="f3f3f3"/>
      </a:dk1>
      <a:lt1>
        <a:srgbClr val="1d1d1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3f3f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LibreOffice/7.6.7.2$Linux_X86_64 LibreOffice_project/60$Build-2</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2025-06-27T13:54:41Z</dcterms:created>
  <dc:creator>Unknown Creator</dc:creator>
  <dc:description/>
  <dc:language>en-US</dc:language>
  <cp:lastModifiedBy>Unknown Creator</cp:lastModifiedBy>
  <dcterms:modified xsi:type="dcterms:W3CDTF">2025-06-27T13:54:41Z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